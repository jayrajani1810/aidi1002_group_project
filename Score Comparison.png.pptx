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7D559-00EE-E7A8-4B36-08BCE2870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FF379-23B9-FC27-1876-3B1FD03EE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CEEB5-8B93-6E61-E8A1-2FFE4E1FF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7E5F-26C8-4B7A-9077-E7C535A7277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07796-3433-52E7-66EF-CC54C4759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3B701-AE39-4F44-DA82-1A207A2E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E11A-BA69-447E-B337-030129091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47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2B81F-7F12-EF8E-AB43-96F86C7E6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564FA-5C02-A423-1392-A4FB1C0E9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87371-E500-A99C-807A-8A6484AB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7E5F-26C8-4B7A-9077-E7C535A7277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128EF-A577-74EF-E1A1-04DA892E8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0364F-8212-0839-92E9-060833AF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E11A-BA69-447E-B337-030129091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65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5ECEA-EBB9-AC04-DBDF-23A33846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975D8-B261-C3F8-FC5F-9EB9A3F13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0CF9F-6BA0-E510-0D8A-D0C95A171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7E5F-26C8-4B7A-9077-E7C535A7277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C3898-C914-0490-F518-0454758F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7D91C-58DA-C6AA-4011-CD1624B1F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E11A-BA69-447E-B337-030129091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901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37D3F-6B71-F16D-EEB1-98E27B8A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BB1BC-B241-DA55-9FEF-78E28CCE9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F5B55-0DAC-64DF-D1D0-C33E608B9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7ACA0-62E5-1138-CA0F-61FE392D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7E5F-26C8-4B7A-9077-E7C535A7277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E2A81-63F8-1DF3-E938-905D1E956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D7FF5-0FA8-DB85-D686-AD395E309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E11A-BA69-447E-B337-030129091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98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7BB7A-A97C-D74E-253A-257083D61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AE45F-001D-5345-6FDD-9822F4043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825BE-12CA-137F-0876-D9E079AB5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F81778-52BD-B9EE-5669-B06B1A5FC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04C178-82AC-149D-18A0-6063D8589D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5E3DA2-BB6B-5504-C94C-1D5E4EA26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7E5F-26C8-4B7A-9077-E7C535A7277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14EDBE-7342-8A29-2645-6E1A76CDF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1CBC49-5EEB-BED8-2CD8-FB92C2D44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E11A-BA69-447E-B337-030129091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649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A4255-3A4B-E2CA-229D-4A9CC4A0C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6DA58-C2C5-3ACD-A5B1-E43B35AC0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7E5F-26C8-4B7A-9077-E7C535A7277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57841-6F41-DBDB-11B8-D4A556303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F11C0-4301-EFE4-A31C-C70C7440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E11A-BA69-447E-B337-030129091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068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589BE1-681A-0D10-6CA7-3F82ED68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7E5F-26C8-4B7A-9077-E7C535A7277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E3BF4-227F-422F-E87B-C5C3C9881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7710C-B1D4-0D45-288D-9DB4A56B9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E11A-BA69-447E-B337-030129091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00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6B297-8BC3-8957-4D4F-2254A9D23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D521F-FB53-4D86-6215-D50E16328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54123-BD01-DB7C-8AEC-3A94865AC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3DAAA-9BA9-A90F-CFF9-D8CE9ACE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7E5F-26C8-4B7A-9077-E7C535A7277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5ECEB-1F67-187C-C772-DF2885DB3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7E9D7-2C7E-D9BE-DD40-1BEA2538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E11A-BA69-447E-B337-030129091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1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D2B0-1FCB-36EE-569F-8827F50ED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08F26-69E6-497E-48D2-4478F84D52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98275-54C8-BBB4-C906-85E52BDA5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01F09-8242-379F-9AF3-343220E6B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7E5F-26C8-4B7A-9077-E7C535A7277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B0D60-28C0-3024-03CA-C85DFE3C6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22551-6B0C-569C-5794-70A812861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E11A-BA69-447E-B337-030129091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81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B4D81-1042-38FD-B268-B3F8E3421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0CCAD-EC8E-C6A3-DBFF-B610773D9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F896A-BD83-F4A2-B7A7-1526EBA61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7E5F-26C8-4B7A-9077-E7C535A7277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1974A-7777-6FD5-8109-FE028FB8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A9E8D-22CA-2193-0BDA-45D1FA5F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E11A-BA69-447E-B337-030129091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853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847A51-FFC6-EBFA-4BB3-63E6C13ADA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66EB0-6FA0-0CCF-F32F-F6E59FB25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3DA0E-A07E-DE0B-E6D1-FC8F57AC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7E5F-26C8-4B7A-9077-E7C535A7277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02228-5466-E761-9DC6-C9B2B2EF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E2E7B-4756-C381-8D79-BF6C9E9A0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E11A-BA69-447E-B337-030129091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840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8D50D-612D-694B-D87E-D8C3C3413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AFDD4-358A-9C38-BB2B-25523FDC6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301F8-EBB4-64FF-EAEB-BED97C891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C7E5F-26C8-4B7A-9077-E7C535A7277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FCFF3-61D2-9C04-6382-907F97A71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C818A-9B19-6B6D-C3DE-E75C48EEC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DE11A-BA69-447E-B337-030129091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15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00D344-01FB-CB28-250E-B358EFD70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39" y="1234583"/>
            <a:ext cx="5605281" cy="46104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B86970-D9A3-E85E-C4A8-C06EAF953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470" y="1109077"/>
            <a:ext cx="4669695" cy="47989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DCCFF6-7CC7-B9CC-B047-6BE526EA872F}"/>
              </a:ext>
            </a:extLst>
          </p:cNvPr>
          <p:cNvSpPr/>
          <p:nvPr/>
        </p:nvSpPr>
        <p:spPr>
          <a:xfrm>
            <a:off x="3603811" y="319886"/>
            <a:ext cx="4984377" cy="549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Base Line model v/s MLP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38116E-26FF-2A7E-C591-CEB8C898A16C}"/>
              </a:ext>
            </a:extLst>
          </p:cNvPr>
          <p:cNvSpPr/>
          <p:nvPr/>
        </p:nvSpPr>
        <p:spPr>
          <a:xfrm>
            <a:off x="302938" y="1013013"/>
            <a:ext cx="11664943" cy="516367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E782BE-C37B-759C-1F6F-E4941427324E}"/>
              </a:ext>
            </a:extLst>
          </p:cNvPr>
          <p:cNvCxnSpPr>
            <a:cxnSpLocks/>
          </p:cNvCxnSpPr>
          <p:nvPr/>
        </p:nvCxnSpPr>
        <p:spPr>
          <a:xfrm>
            <a:off x="6365420" y="1013013"/>
            <a:ext cx="0" cy="516367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734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Patel</dc:creator>
  <cp:lastModifiedBy>Jay Patel</cp:lastModifiedBy>
  <cp:revision>1</cp:revision>
  <dcterms:created xsi:type="dcterms:W3CDTF">2025-12-10T23:04:19Z</dcterms:created>
  <dcterms:modified xsi:type="dcterms:W3CDTF">2025-12-10T23:04:33Z</dcterms:modified>
</cp:coreProperties>
</file>